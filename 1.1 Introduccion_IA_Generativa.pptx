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185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/home/claude/assets/logo_ud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5760"/>
            <a:ext cx="3291840" cy="6345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2286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a la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48640" y="2971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 Generativa</a:t>
            </a:r>
            <a:endParaRPr lang="en-US" sz="3800" dirty="0"/>
          </a:p>
        </p:txBody>
      </p:sp>
      <p:sp>
        <p:nvSpPr>
          <p:cNvPr id="7" name="Shape 3"/>
          <p:cNvSpPr/>
          <p:nvPr/>
        </p:nvSpPr>
        <p:spPr>
          <a:xfrm>
            <a:off x="576072" y="3886200"/>
            <a:ext cx="12801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4"/>
          <p:cNvSpPr/>
          <p:nvPr/>
        </p:nvSpPr>
        <p:spPr>
          <a:xfrm>
            <a:off x="548640" y="41605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Aplicada a tareas administrativas y financieras con Gemini y NotebookLM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4864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Planeación Institucional (PLI) · Universidad de Santander (UDES)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2F7FA"/>
          </a:solidFill>
          <a:ln w="12700">
            <a:solidFill>
              <a:srgbClr val="2596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INTRODUCCIÓN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ver?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064240" cy="960120"/>
          </a:xfrm>
          <a:prstGeom prst="rect">
            <a:avLst/>
          </a:prstGeom>
          <a:solidFill>
            <a:srgbClr val="F2F7F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737360" y="1956816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¿Qué es la IA generativa?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37360" y="23408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Concepto simple, sin tecnicismos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11064240" cy="960120"/>
          </a:xfrm>
          <a:prstGeom prst="rect">
            <a:avLst/>
          </a:prstGeom>
          <a:solidFill>
            <a:srgbClr val="F2F7F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777240" y="30632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737360" y="3054096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Cómo se usa hoy en el trabajo administrativo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737360" y="343814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Ejemplos aplicados a tareas de oficina y finanzas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11064240" cy="960120"/>
          </a:xfrm>
          <a:prstGeom prst="rect">
            <a:avLst/>
          </a:prstGeom>
          <a:solidFill>
            <a:srgbClr val="F2F7F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777240" y="416052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737360" y="4151376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Gemini y NotebookLM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737360" y="453542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 dos herramientas en las que nos enfocamos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120640"/>
            <a:ext cx="11064240" cy="960120"/>
          </a:xfrm>
          <a:prstGeom prst="rect">
            <a:avLst/>
          </a:prstGeom>
          <a:solidFill>
            <a:srgbClr val="F2F7F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777240" y="525780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1737360" y="5248656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Uso responsable en la universidad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737360" y="563270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Qué revisar antes de usar IA en documentos institucionales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Universidad de Santander · UDES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2F7FA"/>
          </a:solidFill>
          <a:ln w="12700">
            <a:solidFill>
              <a:srgbClr val="2596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IA generativa?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6492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inteligencia artificial capaces de crear contenido nuevo — texto, imágenes, hojas de cálculo o presentaciones — a partir de una instrucción en lenguaje natural, en vez de solo responder con información ya almacenada.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2103120" cy="1737360"/>
          </a:xfrm>
          <a:prstGeom prst="rect">
            <a:avLst/>
          </a:prstGeom>
          <a:solidFill>
            <a:srgbClr val="F2F7F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54864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✍️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8580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206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Texto, resúmenes, borradores de documentos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88920" y="3246120"/>
            <a:ext cx="2103120" cy="1737360"/>
          </a:xfrm>
          <a:prstGeom prst="rect">
            <a:avLst/>
          </a:prstGeom>
          <a:solidFill>
            <a:srgbClr val="F2F7F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278892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92608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Analiza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926080" y="4206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Grandes volúmenes de información en segundos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0" y="3246120"/>
            <a:ext cx="2103120" cy="1737360"/>
          </a:xfrm>
          <a:prstGeom prst="rect">
            <a:avLst/>
          </a:prstGeom>
          <a:solidFill>
            <a:srgbClr val="F2F7F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502920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16636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Itera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166360" y="4206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Ajusta el resultado según instrucciones adicionales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406640" y="1691640"/>
            <a:ext cx="4206240" cy="3291840"/>
          </a:xfrm>
          <a:prstGeom prst="rect">
            <a:avLst/>
          </a:pr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76809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importante para hoy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74280" y="1947587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necesitas saber programar para usarla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maneja con instrucciones en español, escritas con claridad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esta sesión nos enfocamos solo en dos herramientas: Gemini y NotebookLM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Universidad de Santander · UDES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2F7FA"/>
          </a:solidFill>
          <a:ln w="12700">
            <a:solidFill>
              <a:srgbClr val="2596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 ADMINISTRATIVO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 diario en las tareas administrativas y financieras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73152" cy="9144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822960" y="18105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Consolidar informes de varias sedes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1762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Cruzar cifras de BOG, BUC, CUC y VAL manualmente toma horas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73152" cy="9144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822960" y="284378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Redactar actas y oficios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320954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Convertir notas de reunión en documentos formales consume tiempo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895344"/>
            <a:ext cx="73152" cy="9144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822960" y="387705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Analizar ejecución presupuestal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22960" y="4242816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Detectar desviaciones en hojas de cálculo extensas es lento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928616"/>
            <a:ext cx="73152" cy="9144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822960" y="4910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Preparar resúmenes ejecutivos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22960" y="52760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Sintetizar informes largos para directivos exige varias lecturas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Universidad de Santander · UDES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11155680" cy="1828800"/>
          </a:xfrm>
          <a:prstGeom prst="rect">
            <a:avLst/>
          </a:prstGeom>
          <a:solidFill>
            <a:srgbClr val="F2F7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Nuestras dos herramientas de trabajo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76072" y="3429000"/>
            <a:ext cx="12801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54864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Gemini para redacción y análisis conversacional. NotebookLM para investigación y consolidación documental.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Universidad de Santander · UDES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2F7FA"/>
          </a:solidFill>
          <a:ln w="12700">
            <a:solidFill>
              <a:srgbClr val="2596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HERRAMIENTA 1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asistente conversacional de Google, integrado en Docs, Sheets y Gmail.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79120" y="1508760"/>
            <a:ext cx="6126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Redactar y ajustar el tono de oficios, actas y correos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Resumir documentos e hilos de correo extensos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Analizar cifras en Sheets y explicar desviaciones en lenguaje simple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Generar resúmenes ejecutivos de informes largos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040880" y="1600200"/>
            <a:ext cx="4572000" cy="3356361"/>
          </a:xfrm>
          <a:prstGeom prst="rect">
            <a:avLst/>
          </a:prstGeom>
          <a:solidFill>
            <a:srgbClr val="F2F7F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9" name="Text 6"/>
          <p:cNvSpPr/>
          <p:nvPr/>
        </p:nvSpPr>
        <p:spPr>
          <a:xfrm>
            <a:off x="731520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Ejemplo aplicado a PLI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0" y="228600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“Actúa como asistente de Planeación Institucional. Con estas notas de reunión, redacta un acta formal con asistentes, temas tratados y compromisos.”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0" y="4069080"/>
            <a:ext cx="3749040" cy="0"/>
          </a:xfrm>
          <a:prstGeom prst="line">
            <a:avLst/>
          </a:prstGeom>
          <a:noFill/>
          <a:ln w="12700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7315200" y="4206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Resultado: acta lista en minutos, en vez de horas.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Universidad de Santander · UDES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3" y="-1414331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2F7FA"/>
          </a:solidFill>
          <a:ln w="12700">
            <a:solidFill>
              <a:srgbClr val="2596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HERRAMIENTA 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NotebookLM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investigador que solo trabaja con tus propios documentos — sin inventar información externa.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2032830"/>
            <a:ext cx="6400800" cy="2521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Cargar varios informes institucionales y preguntar sobre todos a la vez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Extraer tablas comparativas entre sedes (Data Tables)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Generar informes, hojas de cálculo (Excel) y presentaciones (PowerPoint) editables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Producir resúmenes en audio para escuchar mientras se hacen otras tareas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040880" y="1600200"/>
            <a:ext cx="4572000" cy="4206240"/>
          </a:xfrm>
          <a:prstGeom prst="rect">
            <a:avLst/>
          </a:prstGeom>
          <a:solidFill>
            <a:srgbClr val="F2F7F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731520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Ejemplo aplicado a PLI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0" y="228600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Cargar los informes de visitas territoriales de las 4 sedes y pedir un informe consolidado con hallazgos comunes y diferencias entre regiones.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0" y="4069080"/>
            <a:ext cx="3749040" cy="0"/>
          </a:xfrm>
          <a:prstGeom prst="line">
            <a:avLst/>
          </a:prstGeom>
          <a:noFill/>
          <a:ln w="12700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7315200" y="42062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Resultado: consolidado exportable, con cada dato citando su fuente exacta.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Universidad de Santander · UDES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2F7FA"/>
          </a:solidFill>
          <a:ln w="12700">
            <a:solidFill>
              <a:srgbClr val="2596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PRÁCTICA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¿Cuál uso en cada caso?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08461" y="1904858"/>
            <a:ext cx="4630111" cy="2392822"/>
          </a:xfrm>
          <a:prstGeom prst="rect">
            <a:avLst/>
          </a:prstGeom>
          <a:solidFill>
            <a:srgbClr val="F2F7FA"/>
          </a:solidFill>
          <a:ln w="15875">
            <a:solidFill>
              <a:srgbClr val="2596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Gemini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</a:rPr>
              <a:t>Redactar un correo o acta puntual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</a:rPr>
              <a:t>Analizar una hoja de cálculo específica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</a:rPr>
              <a:t>Resumir un solo documento rápidamente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2468880"/>
          </a:xfrm>
          <a:prstGeom prst="rect">
            <a:avLst/>
          </a:prstGeom>
          <a:solidFill>
            <a:srgbClr val="F2F7FA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644652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NotebookLM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46520" y="24688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</a:rPr>
              <a:t>Analizar y cruzar varios documentos propios a la vez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</a:rPr>
              <a:t>Consolidar reportes de varias sedes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</a:rPr>
              <a:t>Generar entregables editables (Excel, PowerPoint, audio)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Universidad de Santander · UDES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2F7FA"/>
          </a:solidFill>
          <a:ln w="12700">
            <a:solidFill>
              <a:srgbClr val="2596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USO RESPONSABLE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ético de la IA en la universidad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349240" cy="1691640"/>
          </a:xfrm>
          <a:prstGeom prst="rect">
            <a:avLst/>
          </a:prstGeom>
          <a:solidFill>
            <a:srgbClr val="F2F7F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777240" y="199339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Revisa siempre el resultado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45059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IA puede cometer errores factuales; nunca envíes contenido sin revisarlo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49240" cy="1691640"/>
          </a:xfrm>
          <a:prstGeom prst="rect">
            <a:avLst/>
          </a:prstGeom>
          <a:solidFill>
            <a:srgbClr val="F2F7F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6492240" y="199339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Declara cuándo usaste IA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92240" y="245059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documentos institucionales, sé transparente sobre su uso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703320"/>
            <a:ext cx="5349240" cy="1691640"/>
          </a:xfrm>
          <a:prstGeom prst="rect">
            <a:avLst/>
          </a:prstGeom>
          <a:solidFill>
            <a:srgbClr val="F2F7F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777240" y="386791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Cuida la privacidad de los datos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32511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cargues información sensible o confidencial sin autorización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703320"/>
            <a:ext cx="5349240" cy="1691640"/>
          </a:xfrm>
          <a:prstGeom prst="rect">
            <a:avLst/>
          </a:prstGeom>
          <a:solidFill>
            <a:srgbClr val="F2F7F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777240" y="386791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96B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Úsala con prudencia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" y="432511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 cifras clave contra la fuente original antes de consolidar oficialmente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Universidad de Santander · UDES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/home/claude/assets/logo_ud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5760"/>
            <a:ext cx="2743200" cy="5285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23774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teoría a la práctica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76072" y="3200400"/>
            <a:ext cx="12801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3"/>
          <p:cNvSpPr/>
          <p:nvPr/>
        </p:nvSpPr>
        <p:spPr>
          <a:xfrm>
            <a:off x="548640" y="3429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Ahora que sabemos qué es la IA generativa y por qué nos enfocamos en Gemini y NotebookLM, vamos a usarlas con casos reales de trabajo administrativo y financiero.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4864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Universidad de Santander · UDES  |  Planeación Institucional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698</Words>
  <Application>Microsoft Office PowerPoint</Application>
  <PresentationFormat>Panorámica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Cambria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IA Generativa</dc:title>
  <dc:subject>PptxGenJS Presentation</dc:subject>
  <dc:creator>PLI - UDES</dc:creator>
  <cp:lastModifiedBy>Profesional de Investigación de Mercados</cp:lastModifiedBy>
  <cp:revision>2</cp:revision>
  <dcterms:created xsi:type="dcterms:W3CDTF">2026-07-08T14:57:33Z</dcterms:created>
  <dcterms:modified xsi:type="dcterms:W3CDTF">2026-07-08T15:27:50Z</dcterms:modified>
</cp:coreProperties>
</file>